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sldIdLst>
    <p:sldId id="257" r:id="rId2"/>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27792"/>
    <p:restoredTop sz="95361"/>
  </p:normalViewPr>
  <p:slideViewPr>
    <p:cSldViewPr snapToGrid="0" snapToObjects="1">
      <p:cViewPr varScale="1">
        <p:scale>
          <a:sx n="27" d="100"/>
          <a:sy n="27" d="100"/>
        </p:scale>
        <p:origin x="504"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41454FA-518F-7C49-9DB2-33E6102D94AB}"/>
              </a:ext>
            </a:extLst>
          </p:cNvPr>
          <p:cNvSpPr/>
          <p:nvPr userDrawn="1"/>
        </p:nvSpPr>
        <p:spPr>
          <a:xfrm>
            <a:off x="0" y="987552"/>
            <a:ext cx="14630400" cy="319308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00" dirty="0">
              <a:latin typeface="Calibri" panose="020F0502020204030204" pitchFamily="34" charset="0"/>
            </a:endParaRPr>
          </a:p>
        </p:txBody>
      </p:sp>
      <p:sp>
        <p:nvSpPr>
          <p:cNvPr id="8" name="Rectangle 7">
            <a:extLst>
              <a:ext uri="{FF2B5EF4-FFF2-40B4-BE49-F238E27FC236}">
                <a16:creationId xmlns:a16="http://schemas.microsoft.com/office/drawing/2014/main" id="{5A5F34A2-4F5E-0D4C-8841-759A505F784E}"/>
              </a:ext>
            </a:extLst>
          </p:cNvPr>
          <p:cNvSpPr/>
          <p:nvPr userDrawn="1"/>
        </p:nvSpPr>
        <p:spPr>
          <a:xfrm>
            <a:off x="14630400" y="0"/>
            <a:ext cx="14630400" cy="822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58" dirty="0">
              <a:latin typeface="Calibri" panose="020F0502020204030204" pitchFamily="34" charset="0"/>
            </a:endParaRPr>
          </a:p>
        </p:txBody>
      </p:sp>
      <p:sp>
        <p:nvSpPr>
          <p:cNvPr id="9" name="Rectangle 8">
            <a:extLst>
              <a:ext uri="{FF2B5EF4-FFF2-40B4-BE49-F238E27FC236}">
                <a16:creationId xmlns:a16="http://schemas.microsoft.com/office/drawing/2014/main" id="{707E4F58-5FB1-FA4A-BAA6-EA4CAEB36108}"/>
              </a:ext>
            </a:extLst>
          </p:cNvPr>
          <p:cNvSpPr/>
          <p:nvPr userDrawn="1"/>
        </p:nvSpPr>
        <p:spPr>
          <a:xfrm>
            <a:off x="29260800" y="0"/>
            <a:ext cx="14630400" cy="822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58" dirty="0">
              <a:latin typeface="Calibri" panose="020F0502020204030204" pitchFamily="34" charset="0"/>
            </a:endParaRPr>
          </a:p>
        </p:txBody>
      </p:sp>
      <p:cxnSp>
        <p:nvCxnSpPr>
          <p:cNvPr id="10" name="Straight Connector 9">
            <a:extLst>
              <a:ext uri="{FF2B5EF4-FFF2-40B4-BE49-F238E27FC236}">
                <a16:creationId xmlns:a16="http://schemas.microsoft.com/office/drawing/2014/main" id="{33FE7694-C944-2B4F-967B-570E7831E5F3}"/>
              </a:ext>
            </a:extLst>
          </p:cNvPr>
          <p:cNvCxnSpPr>
            <a:cxnSpLocks/>
          </p:cNvCxnSpPr>
          <p:nvPr userDrawn="1"/>
        </p:nvCxnSpPr>
        <p:spPr>
          <a:xfrm>
            <a:off x="29260800" y="1371600"/>
            <a:ext cx="0" cy="54864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35379CA7-4754-EC4F-859D-F274034E74EE}"/>
              </a:ext>
            </a:extLst>
          </p:cNvPr>
          <p:cNvSpPr/>
          <p:nvPr userDrawn="1"/>
        </p:nvSpPr>
        <p:spPr>
          <a:xfrm>
            <a:off x="14630400" y="27432000"/>
            <a:ext cx="14630400" cy="5486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58" dirty="0">
              <a:latin typeface="Calibri" panose="020F0502020204030204" pitchFamily="34" charset="0"/>
            </a:endParaRPr>
          </a:p>
        </p:txBody>
      </p:sp>
      <p:sp>
        <p:nvSpPr>
          <p:cNvPr id="12" name="Rectangle 11">
            <a:extLst>
              <a:ext uri="{FF2B5EF4-FFF2-40B4-BE49-F238E27FC236}">
                <a16:creationId xmlns:a16="http://schemas.microsoft.com/office/drawing/2014/main" id="{99F9024E-28D5-2444-9093-AD742C8CED5C}"/>
              </a:ext>
            </a:extLst>
          </p:cNvPr>
          <p:cNvSpPr/>
          <p:nvPr userDrawn="1"/>
        </p:nvSpPr>
        <p:spPr>
          <a:xfrm>
            <a:off x="29260800" y="27432000"/>
            <a:ext cx="14630400" cy="5486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58" dirty="0">
              <a:latin typeface="Calibri" panose="020F0502020204030204" pitchFamily="34" charset="0"/>
            </a:endParaRPr>
          </a:p>
        </p:txBody>
      </p:sp>
      <p:cxnSp>
        <p:nvCxnSpPr>
          <p:cNvPr id="13" name="Straight Connector 12">
            <a:extLst>
              <a:ext uri="{FF2B5EF4-FFF2-40B4-BE49-F238E27FC236}">
                <a16:creationId xmlns:a16="http://schemas.microsoft.com/office/drawing/2014/main" id="{1D56FA74-358C-9741-A899-010FBED1B22F}"/>
              </a:ext>
            </a:extLst>
          </p:cNvPr>
          <p:cNvCxnSpPr>
            <a:cxnSpLocks/>
          </p:cNvCxnSpPr>
          <p:nvPr userDrawn="1"/>
        </p:nvCxnSpPr>
        <p:spPr>
          <a:xfrm>
            <a:off x="29260800" y="28117800"/>
            <a:ext cx="0" cy="4114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947811F-0ADF-DE4E-9DF1-486830ABD974}"/>
              </a:ext>
            </a:extLst>
          </p:cNvPr>
          <p:cNvSpPr txBox="1"/>
          <p:nvPr userDrawn="1"/>
        </p:nvSpPr>
        <p:spPr>
          <a:xfrm>
            <a:off x="457200" y="8749760"/>
            <a:ext cx="13716000" cy="2308324"/>
          </a:xfrm>
          <a:prstGeom prst="rect">
            <a:avLst/>
          </a:prstGeom>
          <a:noFill/>
        </p:spPr>
        <p:txBody>
          <a:bodyPr wrap="square" rtlCol="0">
            <a:spAutoFit/>
          </a:bodyPr>
          <a:lstStyle/>
          <a:p>
            <a:r>
              <a:rPr lang="en-US" sz="7200" dirty="0">
                <a:solidFill>
                  <a:schemeClr val="accent1"/>
                </a:solidFill>
                <a:latin typeface="Calibri" panose="020F0502020204030204" pitchFamily="34" charset="0"/>
              </a:rPr>
              <a:t>Example of Radar Pulse intersecting with 5G Transmission Blocks</a:t>
            </a:r>
          </a:p>
        </p:txBody>
      </p:sp>
      <p:sp>
        <p:nvSpPr>
          <p:cNvPr id="31" name="TextBox 30">
            <a:extLst>
              <a:ext uri="{FF2B5EF4-FFF2-40B4-BE49-F238E27FC236}">
                <a16:creationId xmlns:a16="http://schemas.microsoft.com/office/drawing/2014/main" id="{2500F69A-1A1B-8547-8D3A-224F57093DE7}"/>
              </a:ext>
            </a:extLst>
          </p:cNvPr>
          <p:cNvSpPr txBox="1"/>
          <p:nvPr userDrawn="1"/>
        </p:nvSpPr>
        <p:spPr>
          <a:xfrm>
            <a:off x="457200" y="26874252"/>
            <a:ext cx="13716000" cy="1200329"/>
          </a:xfrm>
          <a:prstGeom prst="rect">
            <a:avLst/>
          </a:prstGeom>
          <a:noFill/>
        </p:spPr>
        <p:txBody>
          <a:bodyPr wrap="square" rtlCol="0">
            <a:spAutoFit/>
          </a:bodyPr>
          <a:lstStyle/>
          <a:p>
            <a:r>
              <a:rPr lang="en-US" sz="7200" dirty="0">
                <a:solidFill>
                  <a:schemeClr val="accent1"/>
                </a:solidFill>
                <a:latin typeface="Calibri" panose="020F0502020204030204" pitchFamily="34" charset="0"/>
              </a:rPr>
              <a:t>Abstract</a:t>
            </a:r>
          </a:p>
        </p:txBody>
      </p:sp>
      <p:sp>
        <p:nvSpPr>
          <p:cNvPr id="36" name="Text Placeholder 35">
            <a:extLst>
              <a:ext uri="{FF2B5EF4-FFF2-40B4-BE49-F238E27FC236}">
                <a16:creationId xmlns:a16="http://schemas.microsoft.com/office/drawing/2014/main" id="{57C84229-9D9E-704F-8730-61C7EA263605}"/>
              </a:ext>
            </a:extLst>
          </p:cNvPr>
          <p:cNvSpPr>
            <a:spLocks noGrp="1"/>
          </p:cNvSpPr>
          <p:nvPr>
            <p:ph type="body" sz="quarter" idx="10" hasCustomPrompt="1"/>
          </p:nvPr>
        </p:nvSpPr>
        <p:spPr>
          <a:xfrm>
            <a:off x="457200" y="938461"/>
            <a:ext cx="13716000" cy="5198394"/>
          </a:xfrm>
          <a:prstGeom prst="rect">
            <a:avLst/>
          </a:prstGeom>
        </p:spPr>
        <p:txBody>
          <a:bodyPr/>
          <a:lstStyle>
            <a:lvl1pPr marL="0" indent="0">
              <a:buNone/>
              <a:defRPr sz="9500">
                <a:solidFill>
                  <a:schemeClr val="tx1"/>
                </a:solidFill>
                <a:latin typeface="Calibri" panose="020F0502020204030204" pitchFamily="34" charset="0"/>
              </a:defRPr>
            </a:lvl1pPr>
          </a:lstStyle>
          <a:p>
            <a:pPr lvl="0"/>
            <a:r>
              <a:rPr lang="en-US" dirty="0"/>
              <a:t>Coexistent Evaluation on the Effects of Radar PRF</a:t>
            </a:r>
          </a:p>
          <a:p>
            <a:pPr lvl="0"/>
            <a:r>
              <a:rPr lang="en-US" dirty="0"/>
              <a:t>and 5G Symbol Based Scheduling</a:t>
            </a:r>
          </a:p>
        </p:txBody>
      </p:sp>
      <p:sp>
        <p:nvSpPr>
          <p:cNvPr id="38" name="Text Placeholder 37">
            <a:extLst>
              <a:ext uri="{FF2B5EF4-FFF2-40B4-BE49-F238E27FC236}">
                <a16:creationId xmlns:a16="http://schemas.microsoft.com/office/drawing/2014/main" id="{B1DF96FF-FF6F-334C-96B6-4AB31BD9330F}"/>
              </a:ext>
            </a:extLst>
          </p:cNvPr>
          <p:cNvSpPr>
            <a:spLocks noGrp="1"/>
          </p:cNvSpPr>
          <p:nvPr>
            <p:ph type="body" sz="quarter" idx="11" hasCustomPrompt="1"/>
          </p:nvPr>
        </p:nvSpPr>
        <p:spPr>
          <a:xfrm>
            <a:off x="457200" y="6361632"/>
            <a:ext cx="13716000" cy="1014984"/>
          </a:xfrm>
          <a:prstGeom prst="rect">
            <a:avLst/>
          </a:prstGeom>
        </p:spPr>
        <p:txBody>
          <a:bodyPr/>
          <a:lstStyle>
            <a:lvl1pPr marL="0" indent="0">
              <a:buNone/>
              <a:defRPr sz="8000" b="0" i="0">
                <a:solidFill>
                  <a:schemeClr val="tx1"/>
                </a:solidFill>
                <a:latin typeface="Calibri Light" panose="020F0302020204030204" pitchFamily="34" charset="0"/>
              </a:defRPr>
            </a:lvl1pPr>
          </a:lstStyle>
          <a:p>
            <a:pPr lvl="0"/>
            <a:r>
              <a:rPr lang="en-US" dirty="0"/>
              <a:t>Lockheed Martin</a:t>
            </a:r>
          </a:p>
          <a:p>
            <a:pPr lvl="0"/>
            <a:r>
              <a:rPr lang="en-US" dirty="0" err="1"/>
              <a:t>Eric.forbes@lmco.com</a:t>
            </a:r>
            <a:endParaRPr lang="en-US" dirty="0"/>
          </a:p>
        </p:txBody>
      </p:sp>
      <p:sp>
        <p:nvSpPr>
          <p:cNvPr id="39" name="Text Placeholder 37">
            <a:extLst>
              <a:ext uri="{FF2B5EF4-FFF2-40B4-BE49-F238E27FC236}">
                <a16:creationId xmlns:a16="http://schemas.microsoft.com/office/drawing/2014/main" id="{C05DC00D-A9C0-464E-BCC3-7DEE1E6B5922}"/>
              </a:ext>
            </a:extLst>
          </p:cNvPr>
          <p:cNvSpPr>
            <a:spLocks noGrp="1"/>
          </p:cNvSpPr>
          <p:nvPr>
            <p:ph type="body" sz="quarter" idx="12" hasCustomPrompt="1"/>
          </p:nvPr>
        </p:nvSpPr>
        <p:spPr>
          <a:xfrm>
            <a:off x="457200" y="28072079"/>
            <a:ext cx="13716000" cy="5279457"/>
          </a:xfrm>
          <a:prstGeom prst="rect">
            <a:avLst/>
          </a:prstGeom>
        </p:spPr>
        <p:txBody>
          <a:bodyPr/>
          <a:lstStyle>
            <a:lvl1pPr marL="0" indent="0">
              <a:buNone/>
              <a:defRPr sz="2600" b="0" i="0">
                <a:solidFill>
                  <a:schemeClr val="tx1"/>
                </a:solidFill>
                <a:latin typeface="Calibri Light" panose="020F0302020204030204" pitchFamily="34" charset="0"/>
              </a:defRPr>
            </a:lvl1pPr>
          </a:lstStyle>
          <a:p>
            <a:pPr algn="l"/>
            <a:r>
              <a:rPr lang="en-US" b="0" i="0" u="none" strike="noStrike" dirty="0">
                <a:solidFill>
                  <a:srgbClr val="000000"/>
                </a:solidFill>
                <a:effectLst/>
              </a:rPr>
              <a:t>The increasing demand for spectrum necessitates that commercial wireless systems like 5G New Radio (NR) coexist with incumbent radar operations, particularly in the 3.5 GHz Citizens Broadband Radio Service (CBRS) band. This paper investigates the relationship between pulsed sensor interference, specifically its Pulse Repetition Frequency (PRF), and 5G downlink throughput.</a:t>
            </a:r>
          </a:p>
          <a:p>
            <a:pPr algn="l"/>
            <a:r>
              <a:rPr lang="en-US" b="0" i="0" u="none" strike="noStrike" dirty="0">
                <a:solidFill>
                  <a:srgbClr val="000000"/>
                </a:solidFill>
                <a:effectLst/>
              </a:rPr>
              <a:t>The research combines a simulation framework using open-source 5G software and custom MATLAB radar models, validated by over-the-air (OTA) experiments. The key finding is that 5G and radar coexistence is achievable under certain conditions, and not all radar interference leads to a complete blockage of 5G communications.</a:t>
            </a:r>
          </a:p>
          <a:p>
            <a:pPr algn="l"/>
            <a:r>
              <a:rPr lang="en-US" b="0" i="0" u="none" strike="noStrike" dirty="0">
                <a:solidFill>
                  <a:srgbClr val="000000"/>
                </a:solidFill>
                <a:effectLst/>
              </a:rPr>
              <a:t>Simulations show that for low radar PRFs (below 3 kHz) and duty cycles under 15%, strategic adjustments to 5G symbol-based scheduling can significantly improve downlink throughput. The real-world OTA testing results align well with the simulation outcomes, confirming the viability of the modeling approach. The work identifies specific sensor PRF ranges that are more conducive to cellular coexistence and highlights the potential for preserving 5G performance even under high duty cycle conditions through adaptive TTI boundaries and symbol allocations.</a:t>
            </a:r>
          </a:p>
        </p:txBody>
      </p:sp>
      <p:sp>
        <p:nvSpPr>
          <p:cNvPr id="40" name="Text Placeholder 35">
            <a:extLst>
              <a:ext uri="{FF2B5EF4-FFF2-40B4-BE49-F238E27FC236}">
                <a16:creationId xmlns:a16="http://schemas.microsoft.com/office/drawing/2014/main" id="{77078B6F-72A9-7148-BD99-C04CC7242981}"/>
              </a:ext>
            </a:extLst>
          </p:cNvPr>
          <p:cNvSpPr>
            <a:spLocks noGrp="1"/>
          </p:cNvSpPr>
          <p:nvPr>
            <p:ph type="body" sz="quarter" idx="13" hasCustomPrompt="1"/>
          </p:nvPr>
        </p:nvSpPr>
        <p:spPr>
          <a:xfrm>
            <a:off x="15544800" y="3456432"/>
            <a:ext cx="12801600" cy="1325880"/>
          </a:xfrm>
          <a:prstGeom prst="rect">
            <a:avLst/>
          </a:prstGeom>
        </p:spPr>
        <p:txBody>
          <a:bodyPr anchor="ctr"/>
          <a:lstStyle>
            <a:lvl1pPr marL="0" indent="0">
              <a:buNone/>
              <a:defRPr sz="8000">
                <a:solidFill>
                  <a:schemeClr val="tx1"/>
                </a:solidFill>
                <a:latin typeface="Calibri" panose="020F0502020204030204" pitchFamily="34" charset="0"/>
              </a:defRPr>
            </a:lvl1pPr>
          </a:lstStyle>
          <a:p>
            <a:pPr lvl="0"/>
            <a:r>
              <a:rPr lang="en-US" dirty="0"/>
              <a:t>5G and Radar can Co-Exist</a:t>
            </a:r>
          </a:p>
        </p:txBody>
      </p:sp>
      <p:sp>
        <p:nvSpPr>
          <p:cNvPr id="41" name="Text Placeholder 35">
            <a:extLst>
              <a:ext uri="{FF2B5EF4-FFF2-40B4-BE49-F238E27FC236}">
                <a16:creationId xmlns:a16="http://schemas.microsoft.com/office/drawing/2014/main" id="{DC5F898A-9A25-6347-8BB8-DE9C79345F8B}"/>
              </a:ext>
            </a:extLst>
          </p:cNvPr>
          <p:cNvSpPr>
            <a:spLocks noGrp="1"/>
          </p:cNvSpPr>
          <p:nvPr>
            <p:ph type="body" sz="quarter" idx="14"/>
          </p:nvPr>
        </p:nvSpPr>
        <p:spPr>
          <a:xfrm>
            <a:off x="30175200" y="987552"/>
            <a:ext cx="12801600" cy="6245352"/>
          </a:xfrm>
          <a:prstGeom prst="rect">
            <a:avLst/>
          </a:prstGeom>
        </p:spPr>
        <p:txBody>
          <a:bodyPr anchor="ctr"/>
          <a:lstStyle>
            <a:lvl1pPr marL="1142972" indent="-1142972">
              <a:buFont typeface="Arial" panose="020B0604020202020204" pitchFamily="34" charset="0"/>
              <a:buChar char="•"/>
              <a:defRPr sz="6000" b="0" i="0">
                <a:solidFill>
                  <a:schemeClr val="tx1"/>
                </a:solidFill>
                <a:latin typeface="Calibri Light" panose="020F0302020204030204" pitchFamily="34" charset="0"/>
              </a:defRPr>
            </a:lvl1pPr>
          </a:lstStyle>
          <a:p>
            <a:pPr lvl="0"/>
            <a:endParaRPr lang="en-US" dirty="0"/>
          </a:p>
          <a:p>
            <a:pPr lvl="0"/>
            <a:r>
              <a:rPr lang="en-US" dirty="0"/>
              <a:t>Not all radar interference completely blocks 5G</a:t>
            </a:r>
          </a:p>
          <a:p>
            <a:pPr lvl="0"/>
            <a:endParaRPr lang="en-US" dirty="0"/>
          </a:p>
          <a:p>
            <a:pPr lvl="0"/>
            <a:r>
              <a:rPr lang="en-US" dirty="0"/>
              <a:t>5G symbol scheduling gives improvements when radar &lt;15% duty cycle</a:t>
            </a:r>
          </a:p>
          <a:p>
            <a:pPr lvl="0"/>
            <a:endParaRPr lang="en-US" dirty="0"/>
          </a:p>
        </p:txBody>
      </p:sp>
      <p:sp>
        <p:nvSpPr>
          <p:cNvPr id="42" name="Text Placeholder 35">
            <a:extLst>
              <a:ext uri="{FF2B5EF4-FFF2-40B4-BE49-F238E27FC236}">
                <a16:creationId xmlns:a16="http://schemas.microsoft.com/office/drawing/2014/main" id="{10EB45D4-2325-764D-A038-70D1919D14A3}"/>
              </a:ext>
            </a:extLst>
          </p:cNvPr>
          <p:cNvSpPr>
            <a:spLocks noGrp="1"/>
          </p:cNvSpPr>
          <p:nvPr>
            <p:ph type="body" sz="quarter" idx="15" hasCustomPrompt="1"/>
          </p:nvPr>
        </p:nvSpPr>
        <p:spPr>
          <a:xfrm>
            <a:off x="15544800" y="9144000"/>
            <a:ext cx="12801600" cy="1014984"/>
          </a:xfrm>
          <a:prstGeom prst="rect">
            <a:avLst/>
          </a:prstGeom>
        </p:spPr>
        <p:txBody>
          <a:bodyPr/>
          <a:lstStyle>
            <a:lvl1pPr marL="0" indent="0">
              <a:buNone/>
              <a:defRPr sz="6000" b="0" i="0">
                <a:solidFill>
                  <a:schemeClr val="tx1"/>
                </a:solidFill>
                <a:latin typeface="Calibri Light" panose="020F0302020204030204" pitchFamily="34" charset="0"/>
              </a:defRPr>
            </a:lvl1pPr>
          </a:lstStyle>
          <a:p>
            <a:pPr lvl="0"/>
            <a:r>
              <a:rPr lang="en-US" dirty="0"/>
              <a:t>FM Pulse Radar Signals Overlapping 5G </a:t>
            </a:r>
            <a:r>
              <a:rPr lang="en-US" dirty="0" err="1"/>
              <a:t>Blucks</a:t>
            </a:r>
            <a:endParaRPr lang="en-US" dirty="0"/>
          </a:p>
        </p:txBody>
      </p:sp>
      <p:sp>
        <p:nvSpPr>
          <p:cNvPr id="43" name="Text Placeholder 35">
            <a:extLst>
              <a:ext uri="{FF2B5EF4-FFF2-40B4-BE49-F238E27FC236}">
                <a16:creationId xmlns:a16="http://schemas.microsoft.com/office/drawing/2014/main" id="{EE715293-FA6C-014C-9885-79ED6C6EB31E}"/>
              </a:ext>
            </a:extLst>
          </p:cNvPr>
          <p:cNvSpPr>
            <a:spLocks noGrp="1"/>
          </p:cNvSpPr>
          <p:nvPr>
            <p:ph type="body" sz="quarter" idx="16" hasCustomPrompt="1"/>
          </p:nvPr>
        </p:nvSpPr>
        <p:spPr>
          <a:xfrm>
            <a:off x="15544800" y="18745200"/>
            <a:ext cx="12801600" cy="1014984"/>
          </a:xfrm>
          <a:prstGeom prst="rect">
            <a:avLst/>
          </a:prstGeom>
        </p:spPr>
        <p:txBody>
          <a:bodyPr/>
          <a:lstStyle>
            <a:lvl1pPr marL="0" indent="0">
              <a:buNone/>
              <a:defRPr sz="6000" b="0" i="0">
                <a:solidFill>
                  <a:schemeClr val="tx1"/>
                </a:solidFill>
                <a:latin typeface="Calibri Light" panose="020F0302020204030204" pitchFamily="34" charset="0"/>
              </a:defRPr>
            </a:lvl1pPr>
          </a:lstStyle>
          <a:p>
            <a:pPr lvl="0"/>
            <a:r>
              <a:rPr lang="en-US" dirty="0"/>
              <a:t>Symbol based scheduling can improve performance</a:t>
            </a:r>
          </a:p>
        </p:txBody>
      </p:sp>
      <p:sp>
        <p:nvSpPr>
          <p:cNvPr id="44" name="Text Placeholder 35">
            <a:extLst>
              <a:ext uri="{FF2B5EF4-FFF2-40B4-BE49-F238E27FC236}">
                <a16:creationId xmlns:a16="http://schemas.microsoft.com/office/drawing/2014/main" id="{01DCB90D-BC12-2A43-8238-427639778D0B}"/>
              </a:ext>
            </a:extLst>
          </p:cNvPr>
          <p:cNvSpPr>
            <a:spLocks noGrp="1"/>
          </p:cNvSpPr>
          <p:nvPr>
            <p:ph type="body" sz="quarter" idx="17" hasCustomPrompt="1"/>
          </p:nvPr>
        </p:nvSpPr>
        <p:spPr>
          <a:xfrm>
            <a:off x="30175200" y="18745200"/>
            <a:ext cx="12801600" cy="1014984"/>
          </a:xfrm>
          <a:prstGeom prst="rect">
            <a:avLst/>
          </a:prstGeom>
        </p:spPr>
        <p:txBody>
          <a:bodyPr/>
          <a:lstStyle>
            <a:lvl1pPr marL="0" indent="0">
              <a:buNone/>
              <a:defRPr sz="5400" b="0" i="0">
                <a:solidFill>
                  <a:schemeClr val="tx1"/>
                </a:solidFill>
                <a:latin typeface="Calibri Light" panose="020F0302020204030204" pitchFamily="34" charset="0"/>
              </a:defRPr>
            </a:lvl1pPr>
          </a:lstStyle>
          <a:p>
            <a:pPr lvl="0"/>
            <a:r>
              <a:rPr lang="en-US" dirty="0"/>
              <a:t>Real world experiments match simulations</a:t>
            </a:r>
          </a:p>
        </p:txBody>
      </p:sp>
      <p:sp>
        <p:nvSpPr>
          <p:cNvPr id="45" name="Text Placeholder 35">
            <a:extLst>
              <a:ext uri="{FF2B5EF4-FFF2-40B4-BE49-F238E27FC236}">
                <a16:creationId xmlns:a16="http://schemas.microsoft.com/office/drawing/2014/main" id="{5D7DD6E2-E2D5-5141-985C-E279B7D477EB}"/>
              </a:ext>
            </a:extLst>
          </p:cNvPr>
          <p:cNvSpPr>
            <a:spLocks noGrp="1"/>
          </p:cNvSpPr>
          <p:nvPr>
            <p:ph type="body" sz="quarter" idx="18" hasCustomPrompt="1"/>
          </p:nvPr>
        </p:nvSpPr>
        <p:spPr>
          <a:xfrm>
            <a:off x="30175200" y="9144000"/>
            <a:ext cx="12801600" cy="1014984"/>
          </a:xfrm>
          <a:prstGeom prst="rect">
            <a:avLst/>
          </a:prstGeom>
        </p:spPr>
        <p:txBody>
          <a:bodyPr/>
          <a:lstStyle>
            <a:lvl1pPr marL="0" indent="0">
              <a:buNone/>
              <a:defRPr sz="6000" b="0" i="0">
                <a:solidFill>
                  <a:schemeClr val="tx1"/>
                </a:solidFill>
                <a:latin typeface="Calibri Light" panose="020F0302020204030204" pitchFamily="34" charset="0"/>
              </a:defRPr>
            </a:lvl1pPr>
          </a:lstStyle>
          <a:p>
            <a:pPr lvl="0"/>
            <a:r>
              <a:rPr lang="en-US" dirty="0"/>
              <a:t>OTA Setup with Opensource 5G</a:t>
            </a:r>
          </a:p>
        </p:txBody>
      </p:sp>
      <p:sp>
        <p:nvSpPr>
          <p:cNvPr id="46" name="Text Placeholder 35">
            <a:extLst>
              <a:ext uri="{FF2B5EF4-FFF2-40B4-BE49-F238E27FC236}">
                <a16:creationId xmlns:a16="http://schemas.microsoft.com/office/drawing/2014/main" id="{53500D44-27E0-DC40-9EA9-D28CC9E25A51}"/>
              </a:ext>
            </a:extLst>
          </p:cNvPr>
          <p:cNvSpPr>
            <a:spLocks noGrp="1"/>
          </p:cNvSpPr>
          <p:nvPr>
            <p:ph type="body" sz="quarter" idx="19" hasCustomPrompt="1"/>
          </p:nvPr>
        </p:nvSpPr>
        <p:spPr>
          <a:xfrm>
            <a:off x="29718000" y="28986480"/>
            <a:ext cx="13716000" cy="2953512"/>
          </a:xfrm>
          <a:prstGeom prst="rect">
            <a:avLst/>
          </a:prstGeom>
        </p:spPr>
        <p:txBody>
          <a:bodyPr/>
          <a:lstStyle>
            <a:lvl1pPr marL="0" indent="0">
              <a:buNone/>
              <a:defRPr sz="6000" b="0" i="0">
                <a:solidFill>
                  <a:schemeClr val="tx1"/>
                </a:solidFill>
                <a:latin typeface="Calibri Light" panose="020F0302020204030204" pitchFamily="34" charset="0"/>
              </a:defRPr>
            </a:lvl1pPr>
          </a:lstStyle>
          <a:p>
            <a:r>
              <a:rPr lang="en-US" sz="6000" dirty="0">
                <a:latin typeface="Avenir Light" panose="020B0402020203020204" pitchFamily="34" charset="77"/>
              </a:rPr>
              <a:t>References, Funding, Acknowledgements, etc.</a:t>
            </a:r>
          </a:p>
        </p:txBody>
      </p:sp>
      <p:sp>
        <p:nvSpPr>
          <p:cNvPr id="51" name="Rectangle 50">
            <a:extLst>
              <a:ext uri="{FF2B5EF4-FFF2-40B4-BE49-F238E27FC236}">
                <a16:creationId xmlns:a16="http://schemas.microsoft.com/office/drawing/2014/main" id="{BBD5C682-C1BE-0C4C-A84D-7FD781D99A79}"/>
              </a:ext>
            </a:extLst>
          </p:cNvPr>
          <p:cNvSpPr>
            <a:spLocks/>
          </p:cNvSpPr>
          <p:nvPr userDrawn="1"/>
        </p:nvSpPr>
        <p:spPr>
          <a:xfrm>
            <a:off x="20116800" y="29361384"/>
            <a:ext cx="3657600" cy="2642616"/>
          </a:xfrm>
          <a:prstGeom prst="rect">
            <a:avLst/>
          </a:prstGeom>
          <a:noFill/>
          <a:ln>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latin typeface="Calibri Light" panose="020F0302020204030204" pitchFamily="34" charset="0"/>
            </a:endParaRPr>
          </a:p>
        </p:txBody>
      </p:sp>
      <p:sp>
        <p:nvSpPr>
          <p:cNvPr id="52" name="TextBox 51">
            <a:extLst>
              <a:ext uri="{FF2B5EF4-FFF2-40B4-BE49-F238E27FC236}">
                <a16:creationId xmlns:a16="http://schemas.microsoft.com/office/drawing/2014/main" id="{47B9EEA4-58C1-9645-BEEE-DC0C5049DD14}"/>
              </a:ext>
            </a:extLst>
          </p:cNvPr>
          <p:cNvSpPr txBox="1"/>
          <p:nvPr userDrawn="1"/>
        </p:nvSpPr>
        <p:spPr>
          <a:xfrm>
            <a:off x="19917613" y="28164073"/>
            <a:ext cx="3760325" cy="830997"/>
          </a:xfrm>
          <a:prstGeom prst="rect">
            <a:avLst/>
          </a:prstGeom>
          <a:noFill/>
        </p:spPr>
        <p:txBody>
          <a:bodyPr wrap="none" rtlCol="0">
            <a:spAutoFit/>
          </a:bodyPr>
          <a:lstStyle/>
          <a:p>
            <a:r>
              <a:rPr lang="en-US" sz="4800" b="0" i="0" dirty="0">
                <a:solidFill>
                  <a:schemeClr val="tx1"/>
                </a:solidFill>
                <a:latin typeface="Calibri Light" panose="020F0302020204030204" pitchFamily="34" charset="0"/>
              </a:rPr>
              <a:t>Business cards</a:t>
            </a:r>
          </a:p>
        </p:txBody>
      </p:sp>
      <p:sp>
        <p:nvSpPr>
          <p:cNvPr id="63" name="Text Placeholder 35">
            <a:extLst>
              <a:ext uri="{FF2B5EF4-FFF2-40B4-BE49-F238E27FC236}">
                <a16:creationId xmlns:a16="http://schemas.microsoft.com/office/drawing/2014/main" id="{DE6DF9F7-4C5B-D243-9FD6-C7BB0A97DC02}"/>
              </a:ext>
            </a:extLst>
          </p:cNvPr>
          <p:cNvSpPr>
            <a:spLocks noGrp="1"/>
          </p:cNvSpPr>
          <p:nvPr>
            <p:ph type="body" sz="quarter" idx="29" hasCustomPrompt="1"/>
          </p:nvPr>
        </p:nvSpPr>
        <p:spPr>
          <a:xfrm>
            <a:off x="30175200" y="11080853"/>
            <a:ext cx="12801600" cy="5974080"/>
          </a:xfrm>
          <a:prstGeom prst="rect">
            <a:avLst/>
          </a:prstGeom>
        </p:spPr>
        <p:txBody>
          <a:bodyPr anchor="ctr"/>
          <a:lstStyle>
            <a:lvl1pPr marL="0" indent="0" algn="ctr">
              <a:buNone/>
              <a:defRPr sz="8000" b="0" i="0">
                <a:latin typeface="Calibri Light" panose="020F0302020204030204" pitchFamily="34" charset="0"/>
              </a:defRPr>
            </a:lvl1pPr>
          </a:lstStyle>
          <a:p>
            <a:pPr lvl="0"/>
            <a:r>
              <a:rPr lang="en-US" dirty="0"/>
              <a:t>Suggested boundaries on Figure 2</a:t>
            </a:r>
          </a:p>
        </p:txBody>
      </p:sp>
      <p:sp>
        <p:nvSpPr>
          <p:cNvPr id="68" name="Text Placeholder 35">
            <a:extLst>
              <a:ext uri="{FF2B5EF4-FFF2-40B4-BE49-F238E27FC236}">
                <a16:creationId xmlns:a16="http://schemas.microsoft.com/office/drawing/2014/main" id="{EDBCCBAB-80FC-9940-8158-A00E1FB2D547}"/>
              </a:ext>
            </a:extLst>
          </p:cNvPr>
          <p:cNvSpPr>
            <a:spLocks noGrp="1"/>
          </p:cNvSpPr>
          <p:nvPr>
            <p:ph type="body" sz="quarter" idx="34" hasCustomPrompt="1"/>
          </p:nvPr>
        </p:nvSpPr>
        <p:spPr>
          <a:xfrm>
            <a:off x="15544800" y="28346400"/>
            <a:ext cx="3657600" cy="3657600"/>
          </a:xfrm>
          <a:prstGeom prst="rect">
            <a:avLst/>
          </a:prstGeom>
        </p:spPr>
        <p:txBody>
          <a:bodyPr anchor="ctr"/>
          <a:lstStyle>
            <a:lvl1pPr marL="0" indent="0" algn="ctr">
              <a:buNone/>
              <a:defRPr sz="8000" b="0" i="0">
                <a:latin typeface="Calibri Light" panose="020F0302020204030204" pitchFamily="34" charset="0"/>
              </a:defRPr>
            </a:lvl1pPr>
          </a:lstStyle>
          <a:p>
            <a:pPr lvl="0"/>
            <a:r>
              <a:rPr lang="en-US" dirty="0"/>
              <a:t>Logo 1</a:t>
            </a:r>
          </a:p>
        </p:txBody>
      </p:sp>
      <p:sp>
        <p:nvSpPr>
          <p:cNvPr id="69" name="Text Placeholder 35">
            <a:extLst>
              <a:ext uri="{FF2B5EF4-FFF2-40B4-BE49-F238E27FC236}">
                <a16:creationId xmlns:a16="http://schemas.microsoft.com/office/drawing/2014/main" id="{F70407B6-4DD6-DD41-B953-A358AE2B69EE}"/>
              </a:ext>
            </a:extLst>
          </p:cNvPr>
          <p:cNvSpPr>
            <a:spLocks noGrp="1"/>
          </p:cNvSpPr>
          <p:nvPr>
            <p:ph type="body" sz="quarter" idx="35" hasCustomPrompt="1"/>
          </p:nvPr>
        </p:nvSpPr>
        <p:spPr>
          <a:xfrm>
            <a:off x="24688800" y="28346400"/>
            <a:ext cx="3657600" cy="3657600"/>
          </a:xfrm>
          <a:prstGeom prst="rect">
            <a:avLst/>
          </a:prstGeom>
        </p:spPr>
        <p:txBody>
          <a:bodyPr anchor="ctr"/>
          <a:lstStyle>
            <a:lvl1pPr marL="0" indent="0" algn="ctr">
              <a:buNone/>
              <a:defRPr sz="8000" b="0" i="0">
                <a:latin typeface="Calibri Light" panose="020F0302020204030204" pitchFamily="34" charset="0"/>
              </a:defRPr>
            </a:lvl1pPr>
          </a:lstStyle>
          <a:p>
            <a:pPr lvl="0"/>
            <a:r>
              <a:rPr lang="en-US" dirty="0"/>
              <a:t>Logo 2</a:t>
            </a:r>
          </a:p>
        </p:txBody>
      </p:sp>
      <p:pic>
        <p:nvPicPr>
          <p:cNvPr id="1026" name="Picture 2">
            <a:extLst>
              <a:ext uri="{FF2B5EF4-FFF2-40B4-BE49-F238E27FC236}">
                <a16:creationId xmlns:a16="http://schemas.microsoft.com/office/drawing/2014/main" id="{1CC91DAB-5B9C-0B0E-5430-24C351A211A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08549" y="11488423"/>
            <a:ext cx="12801601" cy="1274253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5A205366-BEC3-01A7-B1EA-415980F50B2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9401819" y="11032986"/>
            <a:ext cx="13626863" cy="62934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CB589A-F01A-863E-AA98-0A9AAE7C6F7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8242538" y="888954"/>
            <a:ext cx="20345400" cy="112522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9E9E9AF8-C099-4A51-374F-2E67DE7ED866}"/>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7040539" y="20341512"/>
            <a:ext cx="9550239" cy="716267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328932F-6BE7-B52C-6BC1-E571B01CF88F}"/>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426484" y="20043433"/>
            <a:ext cx="9623739" cy="721574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EBB2F6A9-3B8E-59D9-BD83-C8D0B4AE42EB}"/>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6309268" y="10402734"/>
            <a:ext cx="10420081" cy="809088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9F5694F8-F938-08D4-6870-5D0102D6BC0F}"/>
              </a:ext>
            </a:extLst>
          </p:cNvPr>
          <p:cNvPicPr>
            <a:picLocks noChangeAspect="1"/>
          </p:cNvPicPr>
          <p:nvPr userDrawn="1"/>
        </p:nvPicPr>
        <p:blipFill>
          <a:blip r:embed="rId8"/>
          <a:stretch>
            <a:fillRect/>
          </a:stretch>
        </p:blipFill>
        <p:spPr>
          <a:xfrm>
            <a:off x="11020925" y="24412883"/>
            <a:ext cx="3245679" cy="3245679"/>
          </a:xfrm>
          <a:prstGeom prst="rect">
            <a:avLst/>
          </a:prstGeom>
        </p:spPr>
      </p:pic>
    </p:spTree>
    <p:extLst>
      <p:ext uri="{BB962C8B-B14F-4D97-AF65-F5344CB8AC3E}">
        <p14:creationId xmlns:p14="http://schemas.microsoft.com/office/powerpoint/2010/main" val="302467060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9930095"/>
      </p:ext>
    </p:extLst>
  </p:cSld>
  <p:clrMap bg1="lt1" tx1="dk1" bg2="lt2" tx2="dk2" accent1="accent1" accent2="accent2" accent3="accent3" accent4="accent4" accent5="accent5" accent6="accent6" hlink="hlink" folHlink="folHlink"/>
  <p:sldLayoutIdLst>
    <p:sldLayoutId id="2147483651" r:id="rId1"/>
  </p:sldLayoutIdLst>
  <p:txStyles>
    <p:titleStyle>
      <a:lvl1pPr algn="l" defTabSz="914378"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8"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8"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2" indent="-228594" algn="l" defTabSz="914378"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8"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Text Placeholder 125">
            <a:extLst>
              <a:ext uri="{FF2B5EF4-FFF2-40B4-BE49-F238E27FC236}">
                <a16:creationId xmlns:a16="http://schemas.microsoft.com/office/drawing/2014/main" id="{8480BB67-A302-8248-A401-67AEC4B1B6DC}"/>
              </a:ext>
            </a:extLst>
          </p:cNvPr>
          <p:cNvSpPr>
            <a:spLocks noGrp="1"/>
          </p:cNvSpPr>
          <p:nvPr>
            <p:ph type="body" sz="quarter" idx="10"/>
          </p:nvPr>
        </p:nvSpPr>
        <p:spPr/>
        <p:txBody>
          <a:bodyPr/>
          <a:lstStyle/>
          <a:p>
            <a:endParaRPr lang="en-US"/>
          </a:p>
        </p:txBody>
      </p:sp>
      <p:sp>
        <p:nvSpPr>
          <p:cNvPr id="127" name="Text Placeholder 126">
            <a:extLst>
              <a:ext uri="{FF2B5EF4-FFF2-40B4-BE49-F238E27FC236}">
                <a16:creationId xmlns:a16="http://schemas.microsoft.com/office/drawing/2014/main" id="{90F55E0D-BD72-6E43-9F05-1FDA3B951837}"/>
              </a:ext>
            </a:extLst>
          </p:cNvPr>
          <p:cNvSpPr>
            <a:spLocks noGrp="1"/>
          </p:cNvSpPr>
          <p:nvPr>
            <p:ph type="body" sz="quarter" idx="11"/>
          </p:nvPr>
        </p:nvSpPr>
        <p:spPr/>
        <p:txBody>
          <a:bodyPr/>
          <a:lstStyle/>
          <a:p>
            <a:endParaRPr lang="en-US"/>
          </a:p>
        </p:txBody>
      </p:sp>
      <p:sp>
        <p:nvSpPr>
          <p:cNvPr id="128" name="Text Placeholder 127">
            <a:extLst>
              <a:ext uri="{FF2B5EF4-FFF2-40B4-BE49-F238E27FC236}">
                <a16:creationId xmlns:a16="http://schemas.microsoft.com/office/drawing/2014/main" id="{09FEF025-A7D3-DD45-B93B-842D9C16D2C2}"/>
              </a:ext>
            </a:extLst>
          </p:cNvPr>
          <p:cNvSpPr>
            <a:spLocks noGrp="1"/>
          </p:cNvSpPr>
          <p:nvPr>
            <p:ph type="body" sz="quarter" idx="12"/>
          </p:nvPr>
        </p:nvSpPr>
        <p:spPr/>
        <p:txBody>
          <a:bodyPr/>
          <a:lstStyle/>
          <a:p>
            <a:endParaRPr lang="en-US"/>
          </a:p>
        </p:txBody>
      </p:sp>
      <p:sp>
        <p:nvSpPr>
          <p:cNvPr id="129" name="Text Placeholder 128">
            <a:extLst>
              <a:ext uri="{FF2B5EF4-FFF2-40B4-BE49-F238E27FC236}">
                <a16:creationId xmlns:a16="http://schemas.microsoft.com/office/drawing/2014/main" id="{0B3C3EFE-9AA7-6C40-8A26-3A3195820AB5}"/>
              </a:ext>
            </a:extLst>
          </p:cNvPr>
          <p:cNvSpPr>
            <a:spLocks noGrp="1"/>
          </p:cNvSpPr>
          <p:nvPr>
            <p:ph type="body" sz="quarter" idx="13"/>
          </p:nvPr>
        </p:nvSpPr>
        <p:spPr/>
        <p:txBody>
          <a:bodyPr/>
          <a:lstStyle/>
          <a:p>
            <a:endParaRPr lang="en-US"/>
          </a:p>
        </p:txBody>
      </p:sp>
      <p:sp>
        <p:nvSpPr>
          <p:cNvPr id="130" name="Text Placeholder 129">
            <a:extLst>
              <a:ext uri="{FF2B5EF4-FFF2-40B4-BE49-F238E27FC236}">
                <a16:creationId xmlns:a16="http://schemas.microsoft.com/office/drawing/2014/main" id="{4F233B69-5077-0D49-A551-6065118AAA9F}"/>
              </a:ext>
            </a:extLst>
          </p:cNvPr>
          <p:cNvSpPr>
            <a:spLocks noGrp="1"/>
          </p:cNvSpPr>
          <p:nvPr>
            <p:ph type="body" sz="quarter" idx="14"/>
          </p:nvPr>
        </p:nvSpPr>
        <p:spPr/>
        <p:txBody>
          <a:bodyPr/>
          <a:lstStyle/>
          <a:p>
            <a:endParaRPr lang="en-US"/>
          </a:p>
        </p:txBody>
      </p:sp>
      <p:sp>
        <p:nvSpPr>
          <p:cNvPr id="131" name="Text Placeholder 130">
            <a:extLst>
              <a:ext uri="{FF2B5EF4-FFF2-40B4-BE49-F238E27FC236}">
                <a16:creationId xmlns:a16="http://schemas.microsoft.com/office/drawing/2014/main" id="{1AFD9DFD-940E-044C-B891-201D18BDEA03}"/>
              </a:ext>
            </a:extLst>
          </p:cNvPr>
          <p:cNvSpPr>
            <a:spLocks noGrp="1"/>
          </p:cNvSpPr>
          <p:nvPr>
            <p:ph type="body" sz="quarter" idx="15"/>
          </p:nvPr>
        </p:nvSpPr>
        <p:spPr/>
        <p:txBody>
          <a:bodyPr/>
          <a:lstStyle/>
          <a:p>
            <a:endParaRPr lang="en-US"/>
          </a:p>
        </p:txBody>
      </p:sp>
      <p:sp>
        <p:nvSpPr>
          <p:cNvPr id="132" name="Text Placeholder 131">
            <a:extLst>
              <a:ext uri="{FF2B5EF4-FFF2-40B4-BE49-F238E27FC236}">
                <a16:creationId xmlns:a16="http://schemas.microsoft.com/office/drawing/2014/main" id="{4E022530-D7C2-F54C-8648-AF3308F55FE5}"/>
              </a:ext>
            </a:extLst>
          </p:cNvPr>
          <p:cNvSpPr>
            <a:spLocks noGrp="1"/>
          </p:cNvSpPr>
          <p:nvPr>
            <p:ph type="body" sz="quarter" idx="16"/>
          </p:nvPr>
        </p:nvSpPr>
        <p:spPr/>
        <p:txBody>
          <a:bodyPr/>
          <a:lstStyle/>
          <a:p>
            <a:endParaRPr lang="en-US"/>
          </a:p>
        </p:txBody>
      </p:sp>
      <p:sp>
        <p:nvSpPr>
          <p:cNvPr id="133" name="Text Placeholder 132">
            <a:extLst>
              <a:ext uri="{FF2B5EF4-FFF2-40B4-BE49-F238E27FC236}">
                <a16:creationId xmlns:a16="http://schemas.microsoft.com/office/drawing/2014/main" id="{F6EED1D9-E1FF-3F43-B8D7-48D7A288674F}"/>
              </a:ext>
            </a:extLst>
          </p:cNvPr>
          <p:cNvSpPr>
            <a:spLocks noGrp="1"/>
          </p:cNvSpPr>
          <p:nvPr>
            <p:ph type="body" sz="quarter" idx="17"/>
          </p:nvPr>
        </p:nvSpPr>
        <p:spPr/>
        <p:txBody>
          <a:bodyPr/>
          <a:lstStyle/>
          <a:p>
            <a:endParaRPr lang="en-US"/>
          </a:p>
        </p:txBody>
      </p:sp>
      <p:sp>
        <p:nvSpPr>
          <p:cNvPr id="134" name="Text Placeholder 133">
            <a:extLst>
              <a:ext uri="{FF2B5EF4-FFF2-40B4-BE49-F238E27FC236}">
                <a16:creationId xmlns:a16="http://schemas.microsoft.com/office/drawing/2014/main" id="{0AB06238-A7DC-7841-95E2-FD60C715B0DD}"/>
              </a:ext>
            </a:extLst>
          </p:cNvPr>
          <p:cNvSpPr>
            <a:spLocks noGrp="1"/>
          </p:cNvSpPr>
          <p:nvPr>
            <p:ph type="body" sz="quarter" idx="18"/>
          </p:nvPr>
        </p:nvSpPr>
        <p:spPr/>
        <p:txBody>
          <a:bodyPr/>
          <a:lstStyle/>
          <a:p>
            <a:endParaRPr lang="en-US"/>
          </a:p>
        </p:txBody>
      </p:sp>
      <p:sp>
        <p:nvSpPr>
          <p:cNvPr id="135" name="Text Placeholder 134">
            <a:extLst>
              <a:ext uri="{FF2B5EF4-FFF2-40B4-BE49-F238E27FC236}">
                <a16:creationId xmlns:a16="http://schemas.microsoft.com/office/drawing/2014/main" id="{B16366DF-ABCC-4346-A5E9-CD695A9B602F}"/>
              </a:ext>
            </a:extLst>
          </p:cNvPr>
          <p:cNvSpPr>
            <a:spLocks noGrp="1"/>
          </p:cNvSpPr>
          <p:nvPr>
            <p:ph type="body" sz="quarter" idx="19"/>
          </p:nvPr>
        </p:nvSpPr>
        <p:spPr/>
        <p:txBody>
          <a:bodyPr/>
          <a:lstStyle/>
          <a:p>
            <a:endParaRPr lang="en-US"/>
          </a:p>
        </p:txBody>
      </p:sp>
      <p:sp>
        <p:nvSpPr>
          <p:cNvPr id="136" name="Text Placeholder 135">
            <a:extLst>
              <a:ext uri="{FF2B5EF4-FFF2-40B4-BE49-F238E27FC236}">
                <a16:creationId xmlns:a16="http://schemas.microsoft.com/office/drawing/2014/main" id="{C33F6430-02C8-CB46-BCA3-E1B35F5ADA19}"/>
              </a:ext>
            </a:extLst>
          </p:cNvPr>
          <p:cNvSpPr>
            <a:spLocks noGrp="1"/>
          </p:cNvSpPr>
          <p:nvPr>
            <p:ph type="body" sz="quarter" idx="4294967295"/>
          </p:nvPr>
        </p:nvSpPr>
        <p:spPr>
          <a:xfrm>
            <a:off x="15544800" y="11033760"/>
            <a:ext cx="12801600" cy="5974080"/>
          </a:xfrm>
          <a:prstGeom prst="rect">
            <a:avLst/>
          </a:prstGeom>
        </p:spPr>
        <p:txBody>
          <a:bodyPr/>
          <a:lstStyle/>
          <a:p>
            <a:endParaRPr lang="en-US"/>
          </a:p>
        </p:txBody>
      </p:sp>
      <p:sp>
        <p:nvSpPr>
          <p:cNvPr id="137" name="Text Placeholder 136">
            <a:extLst>
              <a:ext uri="{FF2B5EF4-FFF2-40B4-BE49-F238E27FC236}">
                <a16:creationId xmlns:a16="http://schemas.microsoft.com/office/drawing/2014/main" id="{0F83BE3B-C858-FA44-AF9E-618FB21E0560}"/>
              </a:ext>
            </a:extLst>
          </p:cNvPr>
          <p:cNvSpPr>
            <a:spLocks noGrp="1"/>
          </p:cNvSpPr>
          <p:nvPr>
            <p:ph type="body" sz="quarter" idx="29"/>
          </p:nvPr>
        </p:nvSpPr>
        <p:spPr/>
        <p:txBody>
          <a:bodyPr/>
          <a:lstStyle/>
          <a:p>
            <a:endParaRPr lang="en-US"/>
          </a:p>
        </p:txBody>
      </p:sp>
      <p:sp>
        <p:nvSpPr>
          <p:cNvPr id="138" name="Text Placeholder 137">
            <a:extLst>
              <a:ext uri="{FF2B5EF4-FFF2-40B4-BE49-F238E27FC236}">
                <a16:creationId xmlns:a16="http://schemas.microsoft.com/office/drawing/2014/main" id="{C92EAD50-E541-C84D-94A1-4C76994AA122}"/>
              </a:ext>
            </a:extLst>
          </p:cNvPr>
          <p:cNvSpPr>
            <a:spLocks noGrp="1"/>
          </p:cNvSpPr>
          <p:nvPr>
            <p:ph type="body" sz="quarter" idx="4294967295"/>
          </p:nvPr>
        </p:nvSpPr>
        <p:spPr>
          <a:xfrm>
            <a:off x="15544800" y="20674584"/>
            <a:ext cx="12801600" cy="5974080"/>
          </a:xfrm>
          <a:prstGeom prst="rect">
            <a:avLst/>
          </a:prstGeom>
        </p:spPr>
        <p:txBody>
          <a:bodyPr/>
          <a:lstStyle/>
          <a:p>
            <a:endParaRPr lang="en-US"/>
          </a:p>
        </p:txBody>
      </p:sp>
      <p:sp>
        <p:nvSpPr>
          <p:cNvPr id="139" name="Text Placeholder 138">
            <a:extLst>
              <a:ext uri="{FF2B5EF4-FFF2-40B4-BE49-F238E27FC236}">
                <a16:creationId xmlns:a16="http://schemas.microsoft.com/office/drawing/2014/main" id="{1D130B5B-77E6-BA4C-B7E5-BEDD28799987}"/>
              </a:ext>
            </a:extLst>
          </p:cNvPr>
          <p:cNvSpPr>
            <a:spLocks noGrp="1"/>
          </p:cNvSpPr>
          <p:nvPr>
            <p:ph type="body" sz="quarter" idx="4294967295"/>
          </p:nvPr>
        </p:nvSpPr>
        <p:spPr>
          <a:xfrm>
            <a:off x="30175200" y="20674584"/>
            <a:ext cx="12801600" cy="5974080"/>
          </a:xfrm>
          <a:prstGeom prst="rect">
            <a:avLst/>
          </a:prstGeom>
        </p:spPr>
        <p:txBody>
          <a:bodyPr/>
          <a:lstStyle/>
          <a:p>
            <a:endParaRPr lang="en-US"/>
          </a:p>
        </p:txBody>
      </p:sp>
      <p:sp>
        <p:nvSpPr>
          <p:cNvPr id="140" name="Text Placeholder 139">
            <a:extLst>
              <a:ext uri="{FF2B5EF4-FFF2-40B4-BE49-F238E27FC236}">
                <a16:creationId xmlns:a16="http://schemas.microsoft.com/office/drawing/2014/main" id="{E1FB3780-D1C3-8847-B80A-7BFC4893ECBB}"/>
              </a:ext>
            </a:extLst>
          </p:cNvPr>
          <p:cNvSpPr>
            <a:spLocks noGrp="1"/>
          </p:cNvSpPr>
          <p:nvPr>
            <p:ph type="body" sz="quarter" idx="4294967295"/>
          </p:nvPr>
        </p:nvSpPr>
        <p:spPr>
          <a:xfrm>
            <a:off x="3681663" y="11065113"/>
            <a:ext cx="13716000" cy="13716000"/>
          </a:xfrm>
          <a:prstGeom prst="rect">
            <a:avLst/>
          </a:prstGeom>
        </p:spPr>
        <p:txBody>
          <a:bodyPr/>
          <a:lstStyle/>
          <a:p>
            <a:endParaRPr lang="en-US"/>
          </a:p>
        </p:txBody>
      </p:sp>
      <p:sp>
        <p:nvSpPr>
          <p:cNvPr id="141" name="Text Placeholder 140">
            <a:extLst>
              <a:ext uri="{FF2B5EF4-FFF2-40B4-BE49-F238E27FC236}">
                <a16:creationId xmlns:a16="http://schemas.microsoft.com/office/drawing/2014/main" id="{0C823E5F-1B95-0E4C-9346-D75AF8564A8D}"/>
              </a:ext>
            </a:extLst>
          </p:cNvPr>
          <p:cNvSpPr>
            <a:spLocks noGrp="1"/>
          </p:cNvSpPr>
          <p:nvPr>
            <p:ph type="body" sz="quarter" idx="4294967295"/>
          </p:nvPr>
        </p:nvSpPr>
        <p:spPr>
          <a:xfrm>
            <a:off x="11430000" y="24688800"/>
            <a:ext cx="2743200" cy="2743200"/>
          </a:xfrm>
          <a:prstGeom prst="rect">
            <a:avLst/>
          </a:prstGeom>
        </p:spPr>
        <p:txBody>
          <a:bodyPr/>
          <a:lstStyle/>
          <a:p>
            <a:endParaRPr lang="en-US"/>
          </a:p>
        </p:txBody>
      </p:sp>
      <p:sp>
        <p:nvSpPr>
          <p:cNvPr id="142" name="Text Placeholder 141">
            <a:extLst>
              <a:ext uri="{FF2B5EF4-FFF2-40B4-BE49-F238E27FC236}">
                <a16:creationId xmlns:a16="http://schemas.microsoft.com/office/drawing/2014/main" id="{09109850-EACE-1744-A384-F9F6809F715F}"/>
              </a:ext>
            </a:extLst>
          </p:cNvPr>
          <p:cNvSpPr>
            <a:spLocks noGrp="1"/>
          </p:cNvSpPr>
          <p:nvPr>
            <p:ph type="body" sz="quarter" idx="34"/>
          </p:nvPr>
        </p:nvSpPr>
        <p:spPr/>
        <p:txBody>
          <a:bodyPr/>
          <a:lstStyle/>
          <a:p>
            <a:endParaRPr lang="en-US"/>
          </a:p>
        </p:txBody>
      </p:sp>
      <p:sp>
        <p:nvSpPr>
          <p:cNvPr id="143" name="Text Placeholder 142">
            <a:extLst>
              <a:ext uri="{FF2B5EF4-FFF2-40B4-BE49-F238E27FC236}">
                <a16:creationId xmlns:a16="http://schemas.microsoft.com/office/drawing/2014/main" id="{45B9E037-7583-7E47-B0AD-9E65B4C6594C}"/>
              </a:ext>
            </a:extLst>
          </p:cNvPr>
          <p:cNvSpPr>
            <a:spLocks noGrp="1"/>
          </p:cNvSpPr>
          <p:nvPr>
            <p:ph type="body" sz="quarter" idx="35"/>
          </p:nvPr>
        </p:nvSpPr>
        <p:spPr/>
        <p:txBody>
          <a:bodyPr/>
          <a:lstStyle/>
          <a:p>
            <a:endParaRPr lang="en-US"/>
          </a:p>
        </p:txBody>
      </p:sp>
    </p:spTree>
    <p:extLst>
      <p:ext uri="{BB962C8B-B14F-4D97-AF65-F5344CB8AC3E}">
        <p14:creationId xmlns:p14="http://schemas.microsoft.com/office/powerpoint/2010/main" val="612396025"/>
      </p:ext>
    </p:extLst>
  </p:cSld>
  <p:clrMapOvr>
    <a:masterClrMapping/>
  </p:clrMapOvr>
</p:sld>
</file>

<file path=ppt/theme/theme1.xml><?xml version="1.0" encoding="utf-8"?>
<a:theme xmlns:a="http://schemas.openxmlformats.org/drawingml/2006/main" name="Custom Design">
  <a:themeElements>
    <a:clrScheme name="BECL">
      <a:dk1>
        <a:srgbClr val="000000"/>
      </a:dk1>
      <a:lt1>
        <a:srgbClr val="FFFFFF"/>
      </a:lt1>
      <a:dk2>
        <a:srgbClr val="BEBFBE"/>
      </a:dk2>
      <a:lt2>
        <a:srgbClr val="F1F2F1"/>
      </a:lt2>
      <a:accent1>
        <a:srgbClr val="F1F2F1"/>
      </a:accent1>
      <a:accent2>
        <a:srgbClr val="BEBFBE"/>
      </a:accent2>
      <a:accent3>
        <a:srgbClr val="93BD58"/>
      </a:accent3>
      <a:accent4>
        <a:srgbClr val="5EA151"/>
      </a:accent4>
      <a:accent5>
        <a:srgbClr val="46AFBD"/>
      </a:accent5>
      <a:accent6>
        <a:srgbClr val="488385"/>
      </a:accent6>
      <a:hlink>
        <a:srgbClr val="0563C1"/>
      </a:hlink>
      <a:folHlink>
        <a:srgbClr val="95495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10602</TotalTime>
  <Words>0</Words>
  <Application>Microsoft Macintosh PowerPoint</Application>
  <PresentationFormat>Custom</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Avenir Light</vt:lpstr>
      <vt:lpstr>Calibri</vt:lpstr>
      <vt:lpstr>Calibri Light</vt:lpstr>
      <vt:lpstr>Custom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Alexander Triassi</dc:creator>
  <cp:lastModifiedBy>Eric Forbes</cp:lastModifiedBy>
  <cp:revision>36</cp:revision>
  <dcterms:created xsi:type="dcterms:W3CDTF">2020-09-10T17:03:44Z</dcterms:created>
  <dcterms:modified xsi:type="dcterms:W3CDTF">2025-08-19T18:08:49Z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3fd474-4f3c-44ed-88fb-5cc4bd2471bf_Enabled">
    <vt:lpwstr>true</vt:lpwstr>
  </property>
  <property fmtid="{D5CDD505-2E9C-101B-9397-08002B2CF9AE}" pid="3" name="MSIP_Label_a73fd474-4f3c-44ed-88fb-5cc4bd2471bf_SetDate">
    <vt:lpwstr>2025-08-12T11:42:33Z</vt:lpwstr>
  </property>
  <property fmtid="{D5CDD505-2E9C-101B-9397-08002B2CF9AE}" pid="4" name="MSIP_Label_a73fd474-4f3c-44ed-88fb-5cc4bd2471bf_Method">
    <vt:lpwstr>Standard</vt:lpwstr>
  </property>
  <property fmtid="{D5CDD505-2E9C-101B-9397-08002B2CF9AE}" pid="5" name="MSIP_Label_a73fd474-4f3c-44ed-88fb-5cc4bd2471bf_Name">
    <vt:lpwstr>defa4170-0d19-0005-0004-bc88714345d2</vt:lpwstr>
  </property>
  <property fmtid="{D5CDD505-2E9C-101B-9397-08002B2CF9AE}" pid="6" name="MSIP_Label_a73fd474-4f3c-44ed-88fb-5cc4bd2471bf_SiteId">
    <vt:lpwstr>8d1a69ec-03b5-4345-ae21-dad112f5fb4f</vt:lpwstr>
  </property>
  <property fmtid="{D5CDD505-2E9C-101B-9397-08002B2CF9AE}" pid="7" name="MSIP_Label_a73fd474-4f3c-44ed-88fb-5cc4bd2471bf_ActionId">
    <vt:lpwstr>93214216-a3ad-422a-92c9-3fcdd8225af1</vt:lpwstr>
  </property>
  <property fmtid="{D5CDD505-2E9C-101B-9397-08002B2CF9AE}" pid="8" name="MSIP_Label_a73fd474-4f3c-44ed-88fb-5cc4bd2471bf_ContentBits">
    <vt:lpwstr>0</vt:lpwstr>
  </property>
</Properties>
</file>